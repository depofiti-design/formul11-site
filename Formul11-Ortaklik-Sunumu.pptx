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</a:t>
            </a:r>
            <a:pPr indent="0" marL="0">
              <a:buNone/>
            </a:pPr>
            <a:r>
              <a:rPr lang="en-US" sz="54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Veriyle Oku, Sezgiyle Değil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Birliği &amp; Ortaklık Sunumu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09760" y="1097280"/>
            <a:ext cx="2194560" cy="2194560"/>
          </a:xfrm>
          <a:prstGeom prst="ellipse">
            <a:avLst/>
          </a:prstGeom>
          <a:solidFill>
            <a:srgbClr val="2F6BFF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4206240"/>
            <a:ext cx="1280160" cy="1280160"/>
          </a:xfrm>
          <a:prstGeom prst="ellipse">
            <a:avLst/>
          </a:prstGeom>
          <a:solidFill>
            <a:srgbClr val="2F6B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Lig  ·  Yapay Zeka  ·  Şeffaf Metodoloji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 futbol içeriğine ilgi çok büyük, ama şeffaf ve sorumlu bir analiz kaynağı az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Kapsanan lig ve turnuva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9202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18-45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yaş aralığı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5820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istatistik akışı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pazarda çoğu "tahmin" sitesi doğrulanamayan başarı iddiaları ve agresif bahis diliyle çalışıyor. Formül11, verinin şeffaf ve sorumlu şekilde sunulduğu bir alternatif olarak konumlanıyor.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Formül11 Nedir?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 futbol istatistik ve olasılık analizi platformu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Değişkenli Analiz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4871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xG, sakatlık ve saha avantajını birlikte değerlendiren istatistik motoru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488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 Metodoloji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4871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nasıl çalıştığı ve sınırları açıkça paylaşılır, gizli formül yok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Platform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36168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 vaadi yok, bahis yönlendirmesi yok, net 18+ uyarısı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02336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Kanal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36168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 ve sosyal medya (YouTube, Kick, Telegram) üzerinden erişim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Kimlere ulaşıyoruz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E20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18-45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aralığı, aktif futbol takipçileri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E2035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Mobil-öncelikli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3200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Çoğunlukla telefon üzerinden erişim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E2035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Veri-meraklısı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3200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İstatistiğe ve şeffaflığa değer veren kitle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Bu rakamlar erken aşama hedef tanımlarıdır; gerçek kullanıcı verisi biriktikçe güncellenecektir.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Birliği Modelleri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çalışabileceğimiz alanlar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Ortaklığı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94760" y="17830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Karşılıklı içerik/veri paylaşımı, birlikte üretilen analiz yazıları ve sosyal medya içeriği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Lisanslı Kurum İş Birliği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94760" y="28346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ilgili ülkede lisanslı ve yasal operatörlerle, yürürlükteki reklam mevzuatına tam uyumlu iş birlikleri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886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Yayıncı / Medya İş Birliği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88620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ve Kick üzerinden ortak canlı yayın, konuk analiz içerikleri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937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Sponsorluğu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94760" y="49377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teknolojisi, istatistik veya analiz odaklı markalarla görünürlük iş birliği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Formül11?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Şeffaflık önce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Doğrulanamayan başarı iddiası yok, metodoloji açık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965960"/>
            <a:ext cx="502920" cy="50292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içerik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sınırı, net uyarılar, bahis yönlendirmesi yapılmaz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E7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 potansiyeli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03920" y="3063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platform stratejisiyle erken aşamada, esnek iş birliği modelleri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Formül11 bahis operatörü değildir; bu sunumdaki iş birliği önerileri yalnızca içerik, medya ve (varsa) lisanslı/yasal kurumlarla sınırlıdır.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Konuşalım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birliği ve ortaklık görüşmeleri için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iletisim@formul11.com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formul11.com  ·  Instagram · X · YouTube · Kick · Telegram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2F6BFF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2026-07-27T12:46:44Z</dcterms:created>
  <dcterms:modified xsi:type="dcterms:W3CDTF">2026-07-27T12:46:44Z</dcterms:modified>
</cp:coreProperties>
</file>